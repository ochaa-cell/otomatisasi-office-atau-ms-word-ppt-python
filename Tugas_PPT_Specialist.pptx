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Tugas PowerPoint Specialist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Dibuat otomatis dengan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Mengapa Otomatisasi?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Menghemat waktu pengerjaan berulang</a:t>
            </a:r>
          </a:p>
          <a:p>
            <a:pPr lvl="1"/>
            <a:r>
              <a:t>Meminimalisir kesalahan manusia (human error)</a:t>
            </a:r>
          </a:p>
          <a:p>
            <a:pPr lvl="1"/>
            <a:r>
              <a:t>Sangat keren untuk portofolio 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